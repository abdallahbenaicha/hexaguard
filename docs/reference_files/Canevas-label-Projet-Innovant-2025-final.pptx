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lmarai Bold" charset="-78"/>
      <p:regular r:id="rId17"/>
    </p:embeddedFont>
    <p:embeddedFont>
      <p:font typeface="Almarai" charset="-78"/>
      <p:regular r:id="rId18"/>
    </p:embeddedFont>
    <p:embeddedFont>
      <p:font typeface="Arimo" charset="0"/>
      <p:regular r:id="rId19"/>
    </p:embeddedFont>
    <p:embeddedFont>
      <p:font typeface="Calibri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-75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.svg"/><Relationship Id="rId7" Type="http://schemas.openxmlformats.org/officeDocument/2006/relationships/image" Target="../media/image5.jpe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sv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1911021" y="6623165"/>
            <a:ext cx="2564685" cy="3663835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 cstate="print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808588" y="-174145"/>
            <a:ext cx="1683983" cy="2405689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597814" y="3885708"/>
            <a:ext cx="841991" cy="84199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126211" r="-12621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5976625" y="4306703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534575" y="6279657"/>
            <a:ext cx="2606979" cy="26069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8224" r="-822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42900" y="3273163"/>
            <a:ext cx="10134937" cy="146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PITCH DECK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138" y="4747835"/>
            <a:ext cx="13582872" cy="293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PRÉSENTATION DU PROJET INNOVANT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250737" y="4875550"/>
            <a:ext cx="7594311" cy="75943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r="-12621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322431" y="0"/>
            <a:ext cx="1373277" cy="137327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219" r="-1219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77793" y="2846813"/>
            <a:ext cx="3007230" cy="1880886"/>
          </a:xfrm>
          <a:custGeom>
            <a:avLst/>
            <a:gdLst/>
            <a:ahLst/>
            <a:cxnLst/>
            <a:rect l="l" t="t" r="r" b="b"/>
            <a:pathLst>
              <a:path w="3007230" h="1880886">
                <a:moveTo>
                  <a:pt x="0" y="0"/>
                </a:moveTo>
                <a:lnTo>
                  <a:pt x="3007230" y="0"/>
                </a:lnTo>
                <a:lnTo>
                  <a:pt x="3007230" y="1880886"/>
                </a:lnTo>
                <a:lnTo>
                  <a:pt x="0" y="1880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134600" y="9271287"/>
            <a:ext cx="10799950" cy="153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COMITE NATIONAL DE LABÉLISATION 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 PROJETS INNOVANTS, STARTUPS ET INCUBATEURS</a:t>
            </a:r>
          </a:p>
          <a:p>
            <a:pPr algn="l">
              <a:lnSpc>
                <a:spcPts val="3479"/>
              </a:lnSpc>
            </a:pPr>
            <a:endParaRPr/>
          </a:p>
          <a:p>
            <a:pPr marL="0" lvl="0" indent="0" algn="l">
              <a:lnSpc>
                <a:spcPts val="3479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2985539" y="1502835"/>
            <a:ext cx="13191738" cy="163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348" spc="35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Ministere de l’économie de la connaissance, startups et Micro-entreprises</a:t>
            </a:r>
          </a:p>
          <a:p>
            <a:pPr algn="l">
              <a:lnSpc>
                <a:spcPts val="2889"/>
              </a:lnSpc>
            </a:pPr>
            <a:endParaRPr/>
          </a:p>
          <a:p>
            <a:pPr algn="l">
              <a:lnSpc>
                <a:spcPts val="1394"/>
              </a:lnSpc>
            </a:pPr>
            <a:endParaRPr/>
          </a:p>
          <a:p>
            <a:pPr algn="l">
              <a:lnSpc>
                <a:spcPts val="2889"/>
              </a:lnSpc>
            </a:pPr>
            <a:endParaRPr/>
          </a:p>
          <a:p>
            <a:pPr marL="0" lvl="0" indent="0" algn="l">
              <a:lnSpc>
                <a:spcPts val="288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107605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PRÉSENTATION GÉNÉRALE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TITRE DU PROJET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971035" y="4309625"/>
            <a:ext cx="518653" cy="403322"/>
            <a:chOff x="0" y="0"/>
            <a:chExt cx="812800" cy="632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46150" y="4280535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LOGO DU PROJET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971035" y="6485259"/>
            <a:ext cx="518653" cy="403322"/>
            <a:chOff x="0" y="0"/>
            <a:chExt cx="812800" cy="6320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46150" y="6456168"/>
            <a:ext cx="14302820" cy="42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SOUS-TITRE OU TAGLINE (OPTIONNEL)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46150" y="3059635"/>
            <a:ext cx="7837296" cy="630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SecurAx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46150" y="5056823"/>
            <a:ext cx="8870128" cy="432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[ Logo SecurAx — a inserer ]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0361" y="7231996"/>
            <a:ext cx="12289103" cy="2123999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 cybersecurite intelligente, automatisee et accessible —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analysez, protegez et repondez en quelques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107605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PRÉSENTATION GÉNÉRALE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INFORMATIONS DE CONTACT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746150" y="3059635"/>
            <a:ext cx="15840000" cy="630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Nom(s) du responsable(s) : Benaicha Abdallah  |  Djenidi Ilies</a:t>
            </a:r>
          </a:p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Fonctions : Architecte General &amp; Expert Securite  |  Dev IA/Full-Stack</a:t>
            </a:r>
          </a:p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Email : securaxdz@gmail.com</a:t>
            </a:r>
          </a:p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Numero de telephone : [A completer]</a:t>
            </a:r>
          </a:p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Site web (optionnel) : [En cours de deploiement]</a:t>
            </a:r>
          </a:p>
          <a:p>
            <a:pPr algn="l">
              <a:lnSpc>
                <a:spcPts val="4416"/>
              </a:lnSpc>
            </a:pPr>
            <a:r>
              <a:rPr lang="en-US" sz="18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Reseaux sociaux : GitHub — SecurAx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873616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RÉSUMÉ DU PROJET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SecurAx est une plateforme algerienne de cybersecurite qui automatise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l'evaluation des vulnerabilites grace a l'intelligence artificielle.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PROBLEMATIQUE : 60% des PME algeriennes n'ont jamais realise d'audit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de securite. Les solutions pro coutent 3 000 $ - 50 000 $/an.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SOLUTION : 7 modules de scan (Web, Reseau, SAST, DAST, Dependances,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Serveur, Apache) + agent IA ARIA (Gemini/Ollama) + rapports PDF auto.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IMPACT : -80% de temps d'audit — rapports complets en 5 minutes.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Cout 10x inferieur aux solutions commerciales existantes.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68000"/>
            <a:ext cx="15840000" cy="288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* Benaicha Abdallah — Architecte General, Scanners (Web/Reseau/SAST/DAST/Dep)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                  &amp; Developpement Server Internal Audit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* Djenidi Ilies     — Agent IA ARIA (Gemini/Ollama), Frontend React/Vite/Tailwind,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                  Backend Flask, API REST &amp; Integration systeme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287344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L'ÉQUIPE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971035" y="2915560"/>
            <a:ext cx="518653" cy="403322"/>
            <a:chOff x="0" y="0"/>
            <a:chExt cx="812800" cy="632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46150" y="5400000"/>
            <a:ext cx="15840000" cy="396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Benaicha Abdallah : Python, Nmap, SAST/DAST, CVSS v3.1, OWASP, Server hardening,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architecture systeme multi-modules, moteur de risque (FAIR + CISA KEV).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Djenidi Ilies : React 18/Vite/Tailwind, Flask, SQLite/PostgreSQL, Google Gemini API,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Ollama (LLM local), ReportLab PDF, Flask-Login, 2FA TOTP, CORS/CSP securise.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4957974" y="-179252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68000"/>
            <a:ext cx="15840000" cy="126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Probleme : Les entreprises algeriennes et africaines manquent d'outils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de cybersecurite accessibles — 60% des PME n'ont jamais realise d'audit.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3780000"/>
            <a:ext cx="15840000" cy="180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Cout moyen d'une violation de donnees : 4,45 M$ (IBM 2023)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+38% de cyberattaques mondiales en 2022 (Check Point Research)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Delai moyen de detection d'une intrusion sans outil : 207 jours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Seulement 12% des startups algeriennes ont un plan de securite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6150" y="5940000"/>
            <a:ext cx="15840000" cy="342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Solutions concurrentes (Nessus, Qualys, Rapid7) : 3 000 $ - 50 000 $/an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-&gt; Inaccessibles pour startups, developpeurs independants et PME locales.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&gt; Absence de plateforme FR/AR dediee au marche algerien et africain.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2955" y="865584"/>
            <a:ext cx="753641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PROBLÉMATIQUE CIBLÉE</a:t>
            </a: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68000"/>
            <a:ext cx="15840000" cy="360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SecurAx propose 7 modules de scan integres dans une interface unifiee :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(1) Web Scanner        — Detection OWASP Top 10 (XSS, SQLi, CSRF...)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(2) Network Scanner    — Reconnaissance reseau Nmap, ports, OS fingerprinting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(3) SAST               — Analyse statique du code source (ZIP) multi-langages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(4) DAST               — Tests dynamiques sur applications web en production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(5) Dependency Scanner — Audit CVE/NVD des librairies (npm, pip, Maven)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(6) Server/Apache Audit— Configuration systeme, hardening, directives Apache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(7) ARIA IA            — Agent conversationnel (Gemini/Ollama) pour remediation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6120000"/>
            <a:ext cx="15840000" cy="324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Moteur de risque : CVSS v3.1 + OWASP Risk Rating + FAIR + CISA KEV (24h)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Rapports PDF bilingues Francais/Arabe — generes automatiquement en secondes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Authentification renforcee : 2FA TOTP (RFC 6238), sessions securisees (CSP/HSTS)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Dashboard temps reel : historique complet, export CSV / JSON / Markdown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ASPECTS INNOVANTS :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SOUVERAINETE NUMERIQUE : solution algerienne, donnees hebergees localement,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independance des plateformes etrangeres (AWS, GCP, Azure non obligatoires).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COUT REDUIT           : 10x moins cher que Nessus/Qualys — accessible aux PME.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PLATEFORME UNIFIEE    : 7 outils de scan reunis en 1 seule interface coherente,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aucun besoin d'acheter/configurer des outils separes (Nmap + Burp + Snyk...).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STANDARDS MONDIAUX    : OWASP, NIST CVSS v3.1, ISO/IEC 27001, CISA KEV, GDPR.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2955" y="865584"/>
            <a:ext cx="726074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LA SOLUTION PROPOSÉE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68000"/>
            <a:ext cx="15840000" cy="324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Prototype fonctionnel : SecurAx v1.0 (Beta)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Stack technique :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Backend  : Flask (Python 3.11), SQLite/PostgreSQL, Gunicorn + Docker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Frontend : React 18 + Vite + Tailwind CSS (SPA)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IA       : Google Gemini Pro API / Ollama (fallback local hors-ligne)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Securite : Flask-WTF CSRF, Flask-Login, Flask-Limiter, CORS securise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5760000"/>
            <a:ext cx="15840000" cy="3600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Demo video   : [ lien a inserer — 4 min max ]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Code source  : [ GitHub — SecurAx — lien a inserer ]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Application  : [ https://securax.dz — deploiement en cours ]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Note         : Application web SaaS (pas d'APK Android/iOS prevu en phase 1)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2955" y="865584"/>
            <a:ext cx="1486238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PRÉSENTATION DU PROTOTYPE (PRODUIT/SERVICE)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Statut de la propriete intellectuelle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Brevets deposes ou en cours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-&gt; Brevet algerien (INAPI) prevu : moteur de risque multicritere SecurAx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Marques ou designs enregistres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-&gt; Marque 'SecurAx' — enregistrement INAPI en cours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Droits d'auteur et licences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-&gt; Code source sous licence proprietaire (droits reserves — equipe SecurAx)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-&gt; Composants open-source : licences MIT, Apache 2.0, BSD (conformite verifiee)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1325082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BREVETS, MARQUES ET DROITS DE PROPRIÉTÉ INTELLECTUELLE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Ce que SecurAx apporte — valeur reelle pour les clients :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GAIN DE TEMPS        : Audit complet en 5 min vs. 5 jours manuellement (-80%)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ECONOMIES            : 10x moins cher que Nessus / Qualys / Rapid7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SOUVERAINETE NUMERIQUE : Solution made-in-Algeria, hebergement local possible,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                     donnees sensibles restent sur le territoire national.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PLATEFORME UNIFIEE   : 7 modules de scan + IA + rapports — tout en 1 outil,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                   fini la fragmentation entre Nmap, Burp, Snyk, etc.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INNOVATION IA (ARIA) : Analyse conversationnelle + correctifs proposes en FR/AR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STANDARDS MONDIAUX   : OWASP, CVSS v3.1, ISO 27001, CISA KEV, GDPR — integres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RAPPORTS PRÊTS       : PDF, CSV, JSON, Markdown — pour auditeurs et direction</a:t>
            </a:r>
          </a:p>
          <a:p>
            <a:pPr algn="l">
              <a:lnSpc>
                <a:spcPts val="3449"/>
              </a:lnSpc>
            </a:pPr>
            <a:r>
              <a:rPr lang="en-US" sz="15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ACCESSIBILITE        : Interface bilingue AR/FR, adaptee au marche algerien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54869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VALEUR AJOUTÉE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Concurrents directs  : Nessus (Tenable), Qualys, Rapid7, Burp Suite Pro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Concurrents indirects: OWASP ZAP (gratuit/manuel), Snyk (dependances seul)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Analyse SWOT :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FORCES      : Prix accessible, IA integree, FR/AR, tout-en-un, LOCAL &amp; souverain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FAIBLESSES  : Notoriete limitee au demarrage, ressources initiales reduites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OPPORTUNITES: Marche algerien/africain sous-equipe, hausse cyberattaques +38%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MENACES     : Geants (Tenable, IBM), nouvelles startups IA securite mondiales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Differenciation cle — pourquoi SecurAx est unique :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(1) SOUVERAINETE NUMERIQUE : hebergement 100% algerien possible, pas de cloud etranger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(2) COUT ACCESSIBLE        : a partir de 29 $/mois vs. 3 000 $/an pour Nessus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(3) PLATEFORME UNIFIEE     : 7 scanners + ARIA IA dans 1 seul outil coherent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(4) STANDARDS INTERNATIONAUX: CVSS v3.1, OWASP, CISA KEV — meme niveau que leaders</a:t>
            </a:r>
          </a:p>
          <a:p>
            <a:pPr algn="l">
              <a:lnSpc>
                <a:spcPts val="3449"/>
              </a:lnSpc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(5) BILINGUE FR/AR         : seule solution adaptee au marche algerien et africain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862670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ANALYSE CONCURRENTIELLE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Cible principale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(1) Developpeurs &amp; equipes techniques (startups, freelances) — abonnement mensuel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(2) PME et TPE algeriennes et africaines — audit ponctuel ou contrat annuel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(3) Entreprises et etablissements publics — licence entreprise + support dedie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(4) Agences cybersecurite &amp; pentesters — integration dans leur workflow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Taille du marche :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Marche mondial cybersecurite : 202 Md$ (2023) -&gt; 500 Md$ (2030)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Marche Afrique du Nord       : croissance +18%/an (Statista 2023)</a:t>
            </a:r>
          </a:p>
          <a:p>
            <a:pPr algn="l">
              <a:lnSpc>
                <a:spcPts val="3449"/>
              </a:lnSpc>
            </a:pPr>
            <a:r>
              <a:rPr lang="en-US" sz="16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Cible immediate              : ~50 000 developpeurs &amp; PME en Algerie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832677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ANALYSE DU MARCHÉ CIBLE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Comment SecurAx genere des revenus :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(1) Freemium SaaS :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Gratuit  : 2 scans/mois, rapport basique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Pro      : 29 $/mois — scans illimites, tous modules, ARIA IA, PDF complet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  Enterprise : sur devis — multi-utilisateurs, API, CI/CD, SLA garanti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(2) Audits ponctuels a la carte : 99 $ - 499 $ selon le type de scan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(3) API SecurAx : Integration DevSecOps (GitHub Actions, GitLab CI) — pay-per-scan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(4) Formations &amp; Certifications : e-learning en cybersecurite offensive/defensive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Projection An 1 : 200 clients Pro -&gt; CA ~70 K$/an</a:t>
            </a:r>
          </a:p>
          <a:p>
            <a:pPr marL="539749" lvl="1" indent="-269875" algn="l">
              <a:lnSpc>
                <a:spcPts val="3449"/>
              </a:lnSpc>
            </a:pPr>
            <a:r>
              <a:rPr lang="en-US" sz="1500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Projection An 3 : 2 000 clients (Pro + Enterprise) -&gt; CA ~800 K$/an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1214825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MODÈLE ÉCONOMIQUE (BUSINESS MODEL)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40000" cy="7092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Roadmap et strategie de developpement :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[FAIT 2025] Developpement v1.0 :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7 modules de scan, agent ARIA, rapports PDF, 2FA TOTP, dashboard React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Architecture Blueprint Flask + React SPA + SQLite (prete production)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[6 MOIS — dec. 2025] Lancement Beta :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Deploiement cloud Algerie, 50 beta-testeurs, integration API GitHub Actions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Ressources : 2 serveurs VPS (2 000 $/an), 3 devs a temps partiel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[1 AN — juin 2026] Lancement commercial :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200 clients Pro, 5 partenariats entreprises algeriennes, ISO 27001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Ressources : equipe 5 personnes, levee 150 K$ (subvention Algerie Startup)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/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[3 ANS — 2028] Expansion regionale :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Marches : Tunisie, Maroc, Senegal, France — 2 000+ clients, API publique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1400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  Module IA avance (LLM fine-tune securite), CA &gt; 800 K$, Serie 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1646548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ROADMAP DU PROJET ET STRATÉGIE DE DÉVELOPPEMENT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24279" y="7348460"/>
            <a:ext cx="5735021" cy="120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23"/>
              </a:lnSpc>
            </a:pPr>
            <a:r>
              <a:rPr lang="en-US" sz="6873" b="1" spc="41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Personnalisé</PresentationFormat>
  <Paragraphs>76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Almarai Bold</vt:lpstr>
      <vt:lpstr>Almarai</vt:lpstr>
      <vt:lpstr>Arimo</vt:lpstr>
      <vt:lpstr>Calibri</vt:lpstr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Blue Professional Business Project Presentation </dc:title>
  <cp:lastModifiedBy>Ouiza Saada</cp:lastModifiedBy>
  <cp:revision>3</cp:revision>
  <dcterms:created xsi:type="dcterms:W3CDTF">2006-08-16T00:00:00Z</dcterms:created>
  <dcterms:modified xsi:type="dcterms:W3CDTF">2025-02-03T13:38:47Z</dcterms:modified>
  <dc:identifier>DAGbdmUyKf0</dc:identifier>
</cp:coreProperties>
</file>